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54D3-FAB9-27FD-6846-10DFAEDE1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2125B-4FF8-30D8-D5DF-833BAF7BF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76277-6C96-F748-22DF-ED47AAF9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741CB-EE56-27E7-F7DA-92B666EA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7FD0-70F6-9C4B-8DA2-9DA2508D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8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BDE3-575E-F899-AA7F-8511746A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8CDCE-02DC-5D84-0DD6-68B819B11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BFA5-696D-F861-0AC3-790D3986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6852B-FA36-E332-F934-AFF4B7AC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70BA-4B49-7085-0CD8-7171C2A9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27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D3F-F879-3A73-313C-DDA62D22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49F6A-3BED-D98E-5773-D06A101E0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B38D3-2A13-3CF9-4026-B9DC8DFB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11126-95F8-D409-8CB1-5A6C080D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FC92-1383-9462-061F-5322A19B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35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DE7C-8B46-BE5C-9FB0-E856CDED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51D89-77C0-05B2-22CC-6A2A790DC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0E9D7-EA21-F8F3-2C60-94C39B82A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A1B1D-C799-A1EF-F3BE-EC05004A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D478C-BA8C-0594-BEDC-D54F5CD2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A6BF1-649B-9453-81D1-E91DD2E8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88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1101-C880-B4B1-C2AC-B37CB977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BD0A1-B9F5-8C79-2E64-B675ED022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8F635-58C7-9371-6B2E-3395A7C6E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4297F-9427-BF4D-A445-7D22D1291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B45AE-A1AA-2ED2-3222-6779E31A4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E031B-368A-38FC-EC8F-479BED5EE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E311E-AEAE-73AA-C360-CAED675A5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0A146-D424-2E84-3146-EF5D3068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16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52FC-5034-07FA-E769-C81F236F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B5A9F-7E58-FFA8-56CF-A3E98E66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E424D-1E7D-2C3B-1E88-1C5B95F5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B48E0-6300-178F-8C26-52569779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26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BE995-ED13-6EB3-6395-881C291F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103D1-6012-215F-9A9D-F577E5F6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7098E-85B0-8FE7-61BC-D5489F86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48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C569-CFB1-5CE9-2F18-8A3D2B110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9FD0-97F0-27EB-C9F0-1F8C0DA75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91F19-2157-3FE8-5B63-E68055E32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711CB-478F-77EE-7CDE-0A20C21B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D2D19-AC20-6AEA-5FB9-4EACDBE8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95A58-5696-3BCD-84B1-77C4149E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79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74B3-0608-101F-5CB4-9616B4870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12537-C104-B762-7797-BEB0A582A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7F909-6A72-DBAD-5AD8-150616989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76F56-0CE3-5120-C66C-0C851D93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C7B7B-D46C-EAFD-5353-A9CC1D64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2629-CD7F-5AF6-DDFB-68721F84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337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A31C-5CDC-B7C8-C6E8-3E80AD97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E0E2D-4D93-B8CF-602A-72D22131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3D3C-3271-AB08-9908-5A497C62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08C0C-AF0A-3450-2E23-EABB4EE8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856A-0A30-D4F6-2DD2-B7B814C9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3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5455C-3624-257B-B128-9B7731A98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FDE63-4B45-04E9-DB67-6B4E8863E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0E8E-FCCE-DD7B-A8A9-7CB92147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4A417-0A9E-6FEA-C29D-83E37164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7A8A-321F-82EE-5E28-10D2273F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4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70158-4EEC-EE4A-1302-EA53C46E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4D1B3-7814-116C-FC71-00B5B35F3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D1963-6674-6805-F705-9DA36B1A1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58CA3-D71B-4A48-81EF-29A17314A0F8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3015F-8781-17A6-CCAE-F6FDDCEAF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ABE2-29ED-F5AF-BC7A-8B921225C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45359-5559-4CDD-BC37-274680054AC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11EDA-2048-0C3F-15A8-7F174EBD8D9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92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60161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2DC3E1-903B-493F-907F-5C21A978C992}"/>
              </a:ext>
            </a:extLst>
          </p:cNvPr>
          <p:cNvSpPr txBox="1">
            <a:spLocks/>
          </p:cNvSpPr>
          <p:nvPr/>
        </p:nvSpPr>
        <p:spPr>
          <a:xfrm>
            <a:off x="395287" y="231856"/>
            <a:ext cx="8353425" cy="2801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be updated late..</a:t>
            </a:r>
            <a:endParaRPr lang="zh-CN" altLang="en-US" sz="20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02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Aptos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WU</dc:creator>
  <cp:lastModifiedBy>Leon WU</cp:lastModifiedBy>
  <cp:revision>1</cp:revision>
  <dcterms:created xsi:type="dcterms:W3CDTF">2026-05-11T05:39:17Z</dcterms:created>
  <dcterms:modified xsi:type="dcterms:W3CDTF">2026-05-11T05:41:17Z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Public</vt:lpwstr>
  </property>
</Properties>
</file>